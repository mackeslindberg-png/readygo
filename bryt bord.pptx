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smtClean="0"/>
              <a:t>Klicka om du vill redigera mall för underrubrikformat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0306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44000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smtClean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349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1665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Redigera format för bakgrundstext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Redigera format för bakgrundstext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979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89066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2184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 smtClean="0"/>
              <a:t>Redigera format för bakgrundstext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287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 smtClean="0"/>
              <a:t>Redigera format för bakgrundstext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850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0401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50819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D0DA-3344-479E-8341-F4FCB5EDD582}" type="datetimeFigureOut">
              <a:rPr lang="sv-SE" smtClean="0"/>
              <a:t>2020-06-22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A59C8-86BB-4F68-9437-29E360681E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9854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 rotWithShape="1">
          <a:blip r:embed="rId2"/>
          <a:srcRect l="6267" t="8934" b="8000"/>
          <a:stretch/>
        </p:blipFill>
        <p:spPr>
          <a:xfrm>
            <a:off x="2044700" y="313609"/>
            <a:ext cx="7213600" cy="639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8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Bredbild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Office-tema</vt:lpstr>
      <vt:lpstr>PowerPoint-presentation</vt:lpstr>
    </vt:vector>
  </TitlesOfParts>
  <Company>VolvoIT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Lindberg Markus</dc:creator>
  <cp:lastModifiedBy>Lindberg Markus</cp:lastModifiedBy>
  <cp:revision>1</cp:revision>
  <dcterms:created xsi:type="dcterms:W3CDTF">2020-06-22T11:52:57Z</dcterms:created>
  <dcterms:modified xsi:type="dcterms:W3CDTF">2020-06-22T11:54:28Z</dcterms:modified>
</cp:coreProperties>
</file>